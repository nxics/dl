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Слайд 1: Тема и цел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Flickr8k image captioning project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2: Какво представлява задачата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Image captioning комбинира computer vision и NLP.</a:t>
            </a:r>
          </a:p>
          <a:p>
            <a:pPr>
              <a:defRPr sz="2400"/>
            </a:pPr>
            <a:r>
              <a:t>Моделът трябва да разпознае визуалното съдържание и да го превърне в текст.</a:t>
            </a:r>
          </a:p>
          <a:p>
            <a:pPr>
              <a:defRPr sz="2400"/>
            </a:pPr>
            <a:r>
              <a:t>Изходът е последователност от думи, не единичен class label.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3: Разгледани техники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CNN + RNN/LSTM encoder-decoder.</a:t>
            </a:r>
          </a:p>
          <a:p>
            <a:pPr>
              <a:defRPr sz="2400"/>
            </a:pPr>
            <a:r>
              <a:t>Attention-based image captioning.</a:t>
            </a:r>
          </a:p>
          <a:p>
            <a:pPr>
              <a:defRPr sz="2400"/>
            </a:pPr>
            <a:r>
              <a:t>Transformer-based vision-language модели.</a:t>
            </a:r>
          </a:p>
          <a:p>
            <a:pPr>
              <a:defRPr sz="2400"/>
            </a:pPr>
            <a:r>
              <a:t>BLEU и ROUGE-L за автоматична оценка.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4: Данни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Dataset: Flickr8k.</a:t>
            </a:r>
          </a:p>
          <a:p>
            <a:pPr>
              <a:defRPr sz="2400"/>
            </a:pPr>
            <a:r>
              <a:t>8091 изображения.</a:t>
            </a:r>
          </a:p>
          <a:p>
            <a:pPr>
              <a:defRPr sz="2400"/>
            </a:pPr>
            <a:r>
              <a:t>40455 captions.</a:t>
            </a:r>
          </a:p>
          <a:p>
            <a:pPr>
              <a:defRPr sz="2400"/>
            </a:pPr>
            <a:r>
              <a:t>Средно около 5 captions на изображение.</a:t>
            </a:r>
          </a:p>
          <a:p>
            <a:pPr>
              <a:defRPr sz="2400"/>
            </a:pPr>
            <a:r>
              <a:t>Проверени са липсващи изображения, празни captions и дубликати.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5: EDA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Анализирах дължина на captions.</a:t>
            </a:r>
          </a:p>
          <a:p>
            <a:pPr>
              <a:defRPr sz="2400"/>
            </a:pPr>
            <a:r>
              <a:t>Проверих най-чести думи.</a:t>
            </a:r>
          </a:p>
          <a:p>
            <a:pPr>
              <a:defRPr sz="2400"/>
            </a:pPr>
            <a:r>
              <a:t>Проверих размери и aspect ratio на изображенията.</a:t>
            </a:r>
          </a:p>
          <a:p>
            <a:pPr>
              <a:defRPr sz="2400"/>
            </a:pPr>
            <a:r>
              <a:t>Използвах визуализации за текстовите и image статистиките.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6: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Resize до `224x224`.</a:t>
            </a:r>
          </a:p>
          <a:p>
            <a:pPr>
              <a:defRPr sz="2400"/>
            </a:pPr>
            <a:r>
              <a:t>ImageNet normalization.</a:t>
            </a:r>
          </a:p>
          <a:p>
            <a:pPr>
              <a:defRPr sz="2400"/>
            </a:pPr>
            <a:r>
              <a:t>Train augmentation: random horizontal flip и random rotation.</a:t>
            </a:r>
          </a:p>
          <a:p>
            <a:pPr>
              <a:defRPr sz="2400"/>
            </a:pPr>
            <a:r>
              <a:t>Validation/test preprocessing е детерминиран.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7: Модел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Encoder: предварително обучен VGG16.</a:t>
            </a:r>
          </a:p>
          <a:p>
            <a:pPr>
              <a:defRPr sz="2400"/>
            </a:pPr>
            <a:r>
              <a:t>Decoder: LSTM.</a:t>
            </a:r>
          </a:p>
          <a:p>
            <a:pPr>
              <a:defRPr sz="2400"/>
            </a:pPr>
            <a:r>
              <a:t>Word representation: обучаем `Embedding` слой.</a:t>
            </a:r>
          </a:p>
          <a:p>
            <a:pPr>
              <a:defRPr sz="2400"/>
            </a:pPr>
            <a:r>
              <a:t>Кеширах VGG features, за да ускоря обучението.</a:t>
            </a:r>
          </a:p>
          <a:p>
            <a:pPr>
              <a:defRPr sz="2400"/>
            </a:pPr>
            <a:r>
              <a:t>Използвах и VGG retrieval вариант за по-заземени captions.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8: Обучение и оценка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Split: train / validation / test по уникални изображения.</a:t>
            </a:r>
          </a:p>
          <a:p>
            <a:pPr>
              <a:defRPr sz="2400"/>
            </a:pPr>
            <a:r>
              <a:t>Loss: cross-entropy върху следващата дума.</a:t>
            </a:r>
          </a:p>
          <a:p>
            <a:pPr>
              <a:defRPr sz="2400"/>
            </a:pPr>
            <a:r>
              <a:t>Метрики: BLEU-1, BLEU-4, ROUGE-L.</a:t>
            </a:r>
          </a:p>
          <a:p>
            <a:pPr>
              <a:defRPr sz="2400"/>
            </a:pPr>
            <a:r>
              <a:t>Най-добрият checkpoint е избран по validation loss.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9: Резултати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Validation loss: `2.7857`.</a:t>
            </a:r>
          </a:p>
          <a:p>
            <a:pPr>
              <a:defRPr sz="2400"/>
            </a:pPr>
            <a:r>
              <a:t>Test loss: `2.7643`.</a:t>
            </a:r>
          </a:p>
          <a:p>
            <a:pPr>
              <a:defRPr sz="2400"/>
            </a:pPr>
            <a:r>
              <a:t>BLEU-1: `0.5386`.</a:t>
            </a:r>
          </a:p>
          <a:p>
            <a:pPr>
              <a:defRPr sz="2400"/>
            </a:pPr>
            <a:r>
              <a:t>BLEU-4: `0.1392`.</a:t>
            </a:r>
          </a:p>
          <a:p>
            <a:pPr>
              <a:defRPr sz="2400"/>
            </a:pPr>
            <a:r>
              <a:t>ROUGE-L: `0.3918`.</a:t>
            </a:r>
          </a:p>
          <a:p>
            <a:pPr>
              <a:defRPr sz="2400"/>
            </a:pPr>
            <a:r>
              <a:t>Генерираните captions са запазени в `reports/model/generated_captions.csv`.</a:t>
            </a:r>
          </a:p>
          <a:p>
            <a:pPr>
              <a:defRPr sz="2400"/>
            </a:pPr>
            <a:r>
              <a:t>Architecture experiments показаха, че hidden size 512 е най-добър от тестваните кратки варианти.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10: Streamlit приложение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Потребителят качва изображение.</a:t>
            </a:r>
          </a:p>
          <a:p>
            <a:pPr>
              <a:defRPr sz="2400"/>
            </a:pPr>
            <a:r>
              <a:t>Моделът генерира caption.</a:t>
            </a:r>
          </a:p>
          <a:p>
            <a:pPr>
              <a:defRPr sz="2400"/>
            </a:pPr>
            <a:r>
              <a:t>Има три режима: VGG retrieval, VGG16 + LSTM и pretrained BLIP.</a:t>
            </a:r>
          </a:p>
          <a:p>
            <a:pPr>
              <a:defRPr sz="2400"/>
            </a:pPr>
            <a:r>
              <a:t>Project baseline зарежда checkpoint от `checkpoints/best_model.pt`.</a:t>
            </a:r>
          </a:p>
          <a:p>
            <a:pPr>
              <a:defRPr sz="2400"/>
            </a:pPr>
            <a:r>
              <a:t>Използвам greedy и beam search режим за VGG16 + LSTM модела.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11: Тестове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Написани са тестове за vocabulary, dataset, model, training и evaluation.</a:t>
            </a:r>
          </a:p>
          <a:p>
            <a:pPr>
              <a:defRPr sz="2400"/>
            </a:pPr>
            <a:r>
              <a:t>Има тестове за retrieval, TF-IDF, presentation builder и pretrained captioning wrapper.</a:t>
            </a:r>
          </a:p>
          <a:p>
            <a:pPr>
              <a:defRPr sz="2400"/>
            </a:pPr>
            <a:r>
              <a:t>Последна проверка: `31 passed`.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12: Ограничения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Flickr8k е малък dataset и не покрива всички ежедневни сцени.</a:t>
            </a:r>
          </a:p>
          <a:p>
            <a:pPr>
              <a:defRPr sz="2400"/>
            </a:pPr>
            <a:r>
              <a:t>VGG16 + LSTM е baseline модел без attention.</a:t>
            </a:r>
          </a:p>
          <a:p>
            <a:pPr>
              <a:defRPr sz="2400"/>
            </a:pPr>
            <a:r>
              <a:t>При произволни снимки captions могат да бъдат generic или неточни.</a:t>
            </a:r>
          </a:p>
          <a:p>
            <a:pPr>
              <a:defRPr sz="2400"/>
            </a:pPr>
            <a:r>
              <a:t>Beam search подобрява decoding-а, но не решава напълно ограниченията на модела.</a:t>
            </a:r>
          </a:p>
          <a:p>
            <a:pPr>
              <a:defRPr sz="2400"/>
            </a:pPr>
            <a:r>
              <a:t>VGG retrieval намалява несвързаните captions чрез визуално подобни train примери.</a:t>
            </a:r>
          </a:p>
          <a:p>
            <a:pPr>
              <a:defRPr sz="2400"/>
            </a:pPr>
            <a:r>
              <a:t>Pretrained BLIP режимът служи като сравнение с по-силен модел.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Слайд 13: Изводи и бъдещи подобрения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400"/>
            </a:pPr>
            <a:r>
              <a:t>VGG16 + LSTM дава работещ baseline.</a:t>
            </a:r>
          </a:p>
          <a:p>
            <a:pPr>
              <a:defRPr sz="2400"/>
            </a:pPr>
            <a:r>
              <a:t>Attention или transformer модел вероятно би подобрил качеството.</a:t>
            </a:r>
          </a:p>
          <a:p>
            <a:pPr>
              <a:defRPr sz="2400"/>
            </a:pPr>
            <a:r>
              <a:t>Beam search може да подобри inference-а.</a:t>
            </a:r>
          </a:p>
          <a:p>
            <a:pPr>
              <a:defRPr sz="2400"/>
            </a:pPr>
            <a:r>
              <a:t>Могат да се добавят повече architecture и embedding експерименти.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