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0" i="0">
                <a:latin typeface="Calibri"/>
              </a:rPr>
              <a:t>Софийски университет „Св. Климент Охридски“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087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274320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latin typeface="Calibri"/>
              </a:rPr>
              <a:t>Курсов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34340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latin typeface="Calibri"/>
              </a:rPr>
              <a:t>Факултет по математика и информатика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66344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latin typeface="Calibri"/>
              </a:rPr>
              <a:t>Студент: Никола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98348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latin typeface="Calibri"/>
              </a:rPr>
              <a:t>Факултетен номер: [попълва се]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30352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latin typeface="Calibri"/>
              </a:rPr>
              <a:t>Учебен план: Изкуствен интелект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6235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latin typeface="Calibri"/>
              </a:rPr>
              <a:t>Дисциплина: Дълбоко обучение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Съдържание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Цел на проекта и описание на задачата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Използван набор от данни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Разглеждане и предварителна обработка на данните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Модел, обучение и експерименти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Потребителски интерфейс, резултати и изводи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Цел на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Да се разработи уеб приложение, което приема изображение и генерира кратко текстово описание.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Проектът комбинира обработка на изображения и обработка на естествен език.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Основният модел е реализиран като encoder-decoder архитектура с VGG16 и LSTM.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Като допълнение са направени сравнения с retrieval подход и предварително обучен модел.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Разучени подходи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Класически подход: CNN извлича визуални характеристики, а RNN/LSTM генерира изречение дума по дума.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Attention механизмите подобряват връзката между отделни части от изображението и отделни думи.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Transformer-базираните vision-language модели обикновено дават по-добри резултати, но са по-тежки.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За оценка се използват автоматични метрики като BLEU и ROUGE-L, както и качествен преглед на примери.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Набор от данни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Използван е Flickr8k.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Наборът съдържа 8091 изображения от ежедневни сцени.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За всяко изображение има приблизително пет човешки описания.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Данните са разделени на train, validation и test по уникални изображения, за да няма изтичане между частите.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Разглеждане на данните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Проверени са липсващи изображения, празни описания и повторения.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Анализирана е дължината на описанията и най-често срещаните думи.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Разгледани са размерите на изображенията и съотношението ширина към височина.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Визуализациите са използвани, за да се види дали има очевидни аномалии в данните.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Предварителна обработка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Изображенията се преоразмеряват до 224 x 224 пиксела.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Използва се нормализация със средни стойности и стандартни отклонения от ImageNet.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При обучението се използват леки augmentation операции като обръщане по хоризонтала и ротация.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При validation и test обработката е детерминирана, за да се сравняват резултатите коректно.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Текстова обработка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Описанията се почистват и токенизират.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Изграден е речник от думите, които се срещат достатъчно често в training частта.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Добавени са специални токени за начало, край, padding и непозната дума.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Думите в основния модел се представят чрез обучаем Embedding слой.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Архитектура на модела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Encoder: предварително обучен VGG16, използван за извличане на визуални характеристики.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Decoder: LSTM, който получава image features и генерира последователност от думи.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Loss функция: cross-entropy за предсказване на следващата дума.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VGG features се кешират, за да се ускори обучението при повторни експерименти.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Експерименти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Тествани са различни настройки на LSTM hidden size и dropout.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Направен е TF-IDF експеримент върху captions за анализ на важните думи.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Добавен е VGG retrieval подход, който избира описание от визуално близки training изображения.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Сравнен е и режим с предварително обучен BLIP модел като по-силен ориентир.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Резултати от основния модел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Validation loss: 2.7857.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Test loss: 2.7643.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BLEU-1: 0.5386.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BLEU-4: 0.1392.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ROUGE-L: 0.3918.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Резултатите показват работещ baseline, но не и модел, който винаги описва точно произволни изображения.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Потребителски интерфейс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Изградено е Streamlit приложение за качване на изображение и генериране на описание.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Интерфейсът показва входното изображение, генерирания текст и информация за използвания режим.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Налични са три режима: VGG retrieval, VGG16 + LSTM и BLIP.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Това позволява да се сравни собствената реализация с по-силен предварително обучен модел.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Тестове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Написани са тестове за речника, зареждането на данните и split логиката.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Проверени са модулите за модел, обучение, оценка и inference.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Има тестове за retrieval baseline, TF-IDF експериментите и генерирането на презентацията.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Последната пълна проверка на проекта преминава с 31 успешни теста.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Ограничения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Flickr8k е сравнително малък набор от данни и не покрива всички ситуации от реалния свят.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VGG16 + LSTM без attention често генерира общи или неточни описания.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Качеството е по-добро при изображения, подобни на тези в training частта.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Retrieval режимът е по-стабилен за демонстрация, но не създава напълно нов текст.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latin typeface="Calibri"/>
              </a:rPr>
              <a:t>Изводи и бъдещо развитие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881360" cy="9144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Проектът реализира пълен процес: данни, EDA, preprocessing, модел, оценка, тестове и уеб приложение.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Основният модел показва как работи image captioning архитектура от тип CNN + LSTM.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За по-високо качество следваща стъпка би била attention или transformer-базиран модел.</a:t>
            </a:r>
          </a:p>
          <a:p>
            <a:pPr>
              <a:spcAft>
                <a:spcPts val="1000"/>
              </a:spcAft>
              <a:defRPr sz="2100">
                <a:latin typeface="Calibri"/>
              </a:defRPr>
            </a:pPr>
            <a:r>
              <a:t>Могат да се добавят повече данни, по-дълго обучение и по-подробна ръчна оценка на генерираните описания.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latin typeface="Calibri"/>
              </a:rPr>
              <a:t>Генериране на описание за изображение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