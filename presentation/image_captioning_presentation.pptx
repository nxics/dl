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100" b="0" i="0">
                <a:latin typeface="Calibri"/>
              </a:rPr>
              <a:t>Софийски университет „Св. Климент Охридски“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1508760"/>
            <a:ext cx="101498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 i="0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0" y="2743200"/>
            <a:ext cx="5303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 i="0">
                <a:latin typeface="Calibri"/>
              </a:rPr>
              <a:t>Курсов 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4206240"/>
            <a:ext cx="74980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1">
                <a:latin typeface="Calibri"/>
              </a:rPr>
              <a:t>Факултет по математика и информатика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4507992"/>
            <a:ext cx="74980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1">
                <a:latin typeface="Calibri"/>
              </a:rPr>
              <a:t>Студент: Никола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4809744"/>
            <a:ext cx="74980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1">
                <a:latin typeface="Calibri"/>
              </a:rPr>
              <a:t>Факултетен номер: [попълва се]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5111496"/>
            <a:ext cx="74980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1">
                <a:latin typeface="Calibri"/>
              </a:rPr>
              <a:t>Учебен план: Изкуствен интелект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5413248"/>
            <a:ext cx="74980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1">
                <a:latin typeface="Calibri"/>
              </a:rPr>
              <a:t>Дисциплина: Дълбоко обучение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5715000"/>
            <a:ext cx="74980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1">
                <a:latin typeface="Calibri"/>
              </a:rPr>
              <a:t>Реализацията включва анализ на данните, обучение на модел, оценка и Streamlit интерфейс.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Какво ще покажа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Първо ще обясня каква е задачата и защо не е обикновена classification задача.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След това ще покажа какви данни използвам и какво видях при EDA анализа.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После минавам през preprocessing-а, модела и обучението.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Накрая показвам резултатите, Streamlit приложението, ограниченията и идеите за подобрение.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2/31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Цел на 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Целта ми беше да направя работещ проект от край до край, а не само отделен модел.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Затова включих всички основни части: dataset, EDA, split, preprocessing, vocabulary, model, training, evaluation и приложение.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Исках също да мога да видя резултата визуално, затова направих Streamlit app за качване на снимки.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Проектът не цели да бъде перфектен captioning модел, а да покаже целия процес и реалните ограничения.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3/31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Какво е image captioning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Image captioning стои между computer vision и обработка на естествен език.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При classification моделът избира етикет, например “dog” или “car”.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Тук изходът е цяло изречение, например “a dog is running through grass”.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Това прави задачата по-трудна, защото една снимка може да има няколко правилни описания.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4/31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Какви подходи разгледах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Най-класическият подход е CNN + RNN/LSTM: CNN частта гледа изображението, а LSTM частта пише текста.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Разгледах и attention подходи, при които моделът може да “обръща внимание” на различни части от снимката.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Видях и по-съвременни transformer vision-language модели, които обикновено са обучени върху много повече данни.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Добавих и retrieval идея, защото при малък dataset понякога е по-надеждно да се избере caption от подобна снимка.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5/31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Защо избрах VGG16 + LSTM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Избрах VGG16 + LSTM, защото архитектурата е ясна и лесна за обяснение.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VGG16 ми дава визуално представяне на изображението.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LSTM използва това представяне и генерира caption дума по дума.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Това е добър baseline: не е най-модерният вариант, но показва добре как работи image captioning процесът.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6/31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Dataset Flickr8k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Използвах Flickr8k от Kaggle.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Dataset-ът има 8091 изображения.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За всяко изображение има около 5 човешки описания.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Общо captions са 40455.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Повечето снимки са ежедневни сцени — хора навън, кучета, деца, спорт и движение.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7/31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Как са организирани данните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Изображенията са в `DATA/flickr8k/Images`.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Описанията са в `DATA/flickr8k/captions.txt`.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Един image файл има няколко реда с различни captions.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Затова при split-а внимавах всички captions за една снимка да останат в една и съща част.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Ако това не се направи, моделът може индиректно да вижда test изображения по време на training.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8/31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Какво проверих в EDA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Първо проверих дали има празни captions, липсващи стойности или липсващи image файлове.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След това разгледах дължината на captions и най-често срещаните думи.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Проверих и размерите на изображенията, защото моделът очаква фиксиран вход.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Запазих таблици и графики в `reports/eda/`, за да мога да ги използвам в доклада и презентацията.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9/31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Какво ми показа текстовият анализ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Описанията са сравнително кратки и директни.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Много често се срещат думи като `dog`, `man`, `woman`, `boy`, `girl`, `black`, `white`, `running`.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Това ми показа, че dataset-ът има силен фокус върху хора, кучета, цветове и outdoor действия.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По-късно това се вижда и в поведението на модела — той често предпочита такива сцени и думи.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10/31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Какво ми показа image анализът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Изображенията са с различни размери и aspect ratio.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За да ги подам към VGG16, ги преобразувам до 224 x 224 пиксела.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Това прави входа стандартен и съвместим с VGG16.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Недостатъкът е, че при някои снимки има лека деформация, но за baseline модел това е приемлив компромис.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11/31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Train / validation / test split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Разделих данните на train, validation и test в съотношение 80% / 10% / 10%.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Използвах seed 42, за да бъде split-ът повторим.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Разделянето е по уникални изображения, не по отделни captions.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Това е важно, защото иначе captions на една и съща снимка могат да попаднат и в train, и в test.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Така оценката става по-честна.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12/31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Image preprocessing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Всички изображения ги resize-вам до 224 x 224.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Използвам ImageNet normalization, защото VGG16 е обучен с такава нормализация.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За training добавих леки augmentation операции.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За validation и test оставих обработката фиксирана, за да не се променя оценката при всяко пускане.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13/31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Augmentation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Използвах random horizontal flip.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Добавих и малка random rotation.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Не използвах твърде силни трансформации, защото могат да променят смисъла на сцената.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Идеята не е да направя напълно нов dataset, а леко да разнообразя training изображенията.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Augmentation се прилага само върху train частта.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14/31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Text preprocessing и vocabulary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Captions ги почиствам и разделям на tokens.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Vocabulary го изграждам само върху train split-а.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Редките думи ги заменям с `&lt;unk&gt;`, за да не стане речникът прекалено шумен.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Добавих специални tokens: `&lt;pad&gt;`, `&lt;start&gt;`, `&lt;end&gt;` и `&lt;unk&gt;`.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В основния модел думите се представят чрез обучаем Embedding слой.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15/31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Архитектура на модела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Моделът има две основни части: encoder и decoder.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Encoder-ът е VGG16 и извлича features от изображението.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Decoder-ът е LSTM и генерира caption последователно.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На всяка стъпка LSTM предсказва коя е следващата дума.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Loss функцията е cross-entropy върху следващата дума в caption-а.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16/31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Защо кеширах VGG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VGG16 е тежката част от модела и забавя обучението.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Понеже използвам замразен VGG16, features за всяка снимка могат да се изчислят предварително.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Така при training не се налага всеки път да минавам цялото изображение през VGG16.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Това ми даде възможност по-бързо да пробвам различни LSTM варианти.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17/31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Обучение на модела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Запазвам най-добрия модел в `checkpoints/best_model.pt`.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Най-добрият checkpoint го избирам по validation loss.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Използвах gradient clipping, scheduler и early stopping.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След първоначалното обучение направих resume training с по-нисък learning rate.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Най-добрият резултат остана от epoch 5, защото след това validation loss започна да се влошава.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18/31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Как оценявам резултатите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Първо гледам test loss, за да видя как се държи моделът върху невиждани изображения.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След това използвам BLEU-1, BLEU-4 и ROUGE-L.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BLEU-1 е по-мека метрика, защото гледа съвпадения на отделни думи.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BLEU-4 е по-строга, защото гледа по-дълги фрази.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ROUGE-L сравнява последователността на думите чрез най-дълга обща подпоследователност.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19/31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Получени резултати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Validation loss получих 2.7857.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Test loss получих 2.7643.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BLEU-1 е 0.5386.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BLEU-4 е 0.1392.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ROUGE-L е 0.3918.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За мен това показва работещ baseline, но не модел, на който може да се вярва за всякакви произволни снимки.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20/31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TF-IDF експеримент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Направих и TF-IDF експеримент върху captions.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Идеята беше да видя кои думи най-силно характеризират dataset-а.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Сред най-важните думи излязоха `dog`, `man`, `two`, `black`, `white`, `boy`, `woman`, `girl`, `wearing` и `people`.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Това съвпада с наблюденията от EDA и обяснява защо моделът често генерира описания около хора и кучета.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21/31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Architecture experiments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Пробвах няколко LSTM варианта, за да не остане само една настройка.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`small_lstm_256` беше по-малък модел.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`baseline_lstm_512` беше основният вариант.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`two_layer_lstm_dropout` добавя втори LSTM слой и dropout.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При краткия training budget най-добре се държа baseline вариантът с hidden size 512.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22/31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VGG retrieval режим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Добавих VGG retrieval като допълнителен проектен режим.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При него не генерирам caption изцяло от LSTM.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Вместо това извличам VGG features за входната снимка.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После ги сравнявам с features на training изображенията.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Накрая връщам caption от визуално най-близкия пример.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23/31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Защо ми трябваше retrieval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Когато пробвах произволни снимки, LSTM моделът понякога даваше много странни captions.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Това е нормално за малък dataset и baseline архитектура, но не изглежда добре в приложение.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Retrieval режимът е по-заземен, защото caption-ът идва от реална подобна снимка от training set-а.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Той не е толкова гъвкав, но за демонстрация често е по-стабилен.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24/31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BLIP режим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Добавих и `Pretrained BLIP` режим за сравнение.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BLIP не е моделът, който обучавам в проекта.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Използвам го, за да покажа как се държи по-силен pretrained vision-language модел.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Това помага да се види разликата между собствен baseline и модел, обучаван върху много повече данни.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25/31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Streamlit приложение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Приложението позволява да кача изображение и да избера режим.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То показва входната снимка и генерираното описание.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Режимите са `Project VGG retrieval`, `Project baseline VGG16 + LSTM` и `Pretrained BLIP`.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Така мога директно да сравня трите подхода върху една и съща снимка.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Стартирам го с `python -m streamlit run streamlit_app/app.py`.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26/31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Тестове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Добавих тестове, за да проверявам основните части на проекта.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Има тестове за vocabulary, dataset, split логика, модел, training и evaluation.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Проверяват се и retrieval, TF-IDF, BLIP wrapper и presentation builder.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Последната пълна проверка мина с 31 успешни теста.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Това ми дава сигурност, че промените по проекта не чупят основната функционалност.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27/31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Покритие на изискванията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Разгледах encoder-decoder, attention, transformer и retrieval подходи.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Направих EDA анализ с таблици, визуализации и коментари.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Реализирах preprocessing и augmentation за изображенията.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Използвах trainable Embedding слой и добавих TF-IDF експеримент.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Реализирах VGG16 + LSTM и пробвах няколко architecture варианта.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Направих Streamlit приложение и автоматични тестове.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28/31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Основни ограничения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Най-голямото ограничение е размерът и съдържанието на Flickr8k.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Dataset-ът не покрива всички сцени, които човек може да качи в приложението.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VGG16 + LSTM без attention често избира по-общи captions.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Beam search помага малко при decoding-а, но не променя знанията на модела.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Затова при произволни лични снимки резултатът не винаги е надежден.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29/31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Какво бих подобрил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Бих добавил attention decoder, за да може моделът да използва по-добре различни части от изображението.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Бих пробвал обучение върху по-голям dataset като MS COCO.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Бих тествал pretrained word embeddings като GloVe или FastText.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Бих размразил част от VGG16 и бих обучавал по-дълго.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Бих добавил и повече ръчна оценка с реални примерни изображения.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30/31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latin typeface="Calibri"/>
              </a:rPr>
              <a:t>Изводи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Проектът ми показва целия процес за image captioning — от данни до приложение.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VGG16 + LSTM работи като baseline и е полезен за разбиране на задачата.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EDA анализът обяснява защо моделът се справя по-добре с едни снимки и по-зле с други.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Retrieval и BLIP режимите ми помагат да сравня различни нива на сложност.</a:t>
            </a:r>
          </a:p>
          <a:p>
            <a:pPr>
              <a:spcAft>
                <a:spcPts val="1000"/>
              </a:spcAft>
              <a:defRPr sz="2000">
                <a:latin typeface="Calibri"/>
              </a:defRPr>
            </a:pPr>
            <a:r>
              <a:t>Най-важният ми извод е, че качеството зависи не само от модела, а и много силно от данните.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1">
                <a:latin typeface="Calibri"/>
              </a:rPr>
              <a:t>Генериране на описание за изображение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 i="0">
                <a:latin typeface="Calibri"/>
              </a:rPr>
              <a:t>31/31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